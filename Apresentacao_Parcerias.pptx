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31712-3301-E8D8-3E27-9D7C57599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B3DF5D-6474-92D5-4163-63C727B03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348E84-85B3-C4F1-D516-ABB93424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788670-3E86-3233-32DE-FCF94A87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5C18B1-3F2E-3172-927D-DB3854B6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405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C8FA6-C8FD-22F8-5709-E5716FCD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06D8C5-A7D1-9B61-708B-7CAB19CC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E9579-1BA2-BCFD-182D-06E10756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B607AD-47D5-81B1-723C-00B88132B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F855F8-B6BF-A080-E523-953972825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882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97B24-6361-F564-9E80-589E61EE3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ED29D1-9C14-A553-99F1-F0787A151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B0D73B-08A4-0E1B-A94C-C496976C2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1D97A9-3238-7F6D-F3C2-A5229AFE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05A9D6-E572-C000-50AF-0CD68DBA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690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0FCA1-B2B1-D248-7BC6-BB4C699C0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D91136-CEBF-FA5B-AFE3-0A7A6E914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795A73-13C6-C624-2F22-CE51C87B1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AE4F7D-506E-1227-7E9D-056BE5D1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3584C-29FD-F83D-BCB1-7DE64D0EE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C4512B-AE9A-9BE3-FFA9-080A2826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50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E32A-2D3F-A22C-53A1-37D547CB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011CAF-6CE5-1D51-B96A-9E8616212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0D6B8E-588C-90BA-7B2C-FB6E99AB6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D7A251-B5F0-E122-8E9E-2928379B5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88F8AA-DC28-2495-E36A-8FDB9FD17E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9AB611-0B8C-4E66-4573-BB6FAF4B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EA3F40-B262-39E8-6E0F-558A5546F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DE0CC9-045B-30CC-1C4F-1FD8CB03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583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0B679-48D5-3518-D902-545A14DAD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F5E906-C5A3-2991-FA14-068CFBCD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A9B2A54-D38D-65A5-F359-DC7548FB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F279C5-0086-235B-3D82-3DBA5B18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395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8FC172B-1CD4-47CA-90F3-617FD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5B5FC5-A01A-214B-2530-2D20F54A9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B95DC7-D2BA-07BB-C4FD-4A2E948F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07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6F1B9-32DE-2C99-C56E-58C3A0478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D0B1EB-42DC-175E-C1A8-CDD3270AC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179BF3-C57C-A23F-BFCE-B7AB5B5ED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4E6449-D6C3-C66B-AEEF-7FCC366E2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7C846BB-8951-BE63-C285-A3DEFAFB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0BCEF3-8EF4-116B-E05A-6B87A69E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933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99EF6-B854-C44A-7D56-AB2B9654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FDCC6A1-BD55-73C6-3AD2-75D750C43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84AFD4-2A68-BFC9-3A49-C11A5199D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0D4F65-1FB9-8A42-77A2-E39A3614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4353B6-0A7A-8CFC-FC0D-71BD5462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AA2FD8-6DE7-9E8F-6BBB-F3963A223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313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EDC72-6A47-DB61-BF9E-2092AD3C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CED132-32DA-171A-58C4-09A015EA6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118549-5850-B07C-87D0-5D307D64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AC7735-77F4-91E5-D0B5-E3BA95BD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218FCB-CC15-C7BF-EA7A-7869AAB9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6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EFD32A-7B9C-5D34-10ED-896B968898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05AB2A-755A-13BA-A348-91E5E4867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C09A4C-8414-6AC2-5DFD-B96A3898E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AA1D5F-7DE4-0F41-C7C0-AFEE0DB7C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CB67CF-B2A3-40D2-0FBE-36345F9C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981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E96E082-33AC-48A7-6477-0752EF1BB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50CF6D-43E3-A48F-5865-705C771F1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216B2A-9FF2-2218-E56D-4E49710E90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6091E-E0CD-485F-B6DB-1E95D77C911D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AE7E9D-3CA9-5EBC-8D05-58BCB6970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4A11-0830-6F59-DA93-A030E2C8E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DE84C-4B20-4A60-9A1C-C8811F2E82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17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9F1D1CC-2421-C8DD-28F8-A6B8735C8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8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E1B27-1DEF-4954-31C0-F0E68992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745FBCA-2844-450C-0833-D5D1F6533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69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F514F-B5BD-1AA1-B75B-A6F68396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30B2DC0-145F-379F-4C45-68723A752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23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53AD9-C7F6-25BD-CCA1-ADAE6ABD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2EA60E0D-BF79-CD7C-E172-6F3716691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779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Cassio Machado</dc:creator>
  <cp:lastModifiedBy>Cassio Machado</cp:lastModifiedBy>
  <cp:revision>1</cp:revision>
  <dcterms:created xsi:type="dcterms:W3CDTF">2026-04-09T11:48:52Z</dcterms:created>
  <dcterms:modified xsi:type="dcterms:W3CDTF">2026-04-09T11:50:35Z</dcterms:modified>
</cp:coreProperties>
</file>